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EFA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965960"/>
            <a:ext cx="1005840" cy="1005840"/>
          </a:xfrm>
          <a:prstGeom prst="ellipse">
            <a:avLst/>
          </a:prstGeom>
          <a:solidFill>
            <a:srgbClr val="2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4206240"/>
            <a:ext cx="2286000" cy="228600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31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EFAB2B"/>
                </a:solidFill>
                <a:latin typeface="Aptos"/>
              </a:defRPr>
            </a:pPr>
            <a:r>
              <a:t>INTERNSHIP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8046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Data Science &amp;</a:t>
            </a:r>
          </a:p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Machine Learning Practicals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DAE4F0"/>
                </a:solidFill>
                <a:latin typeface="Aptos"/>
              </a:defRPr>
            </a:pPr>
            <a:r>
              <a:t>Python • Data Analysis • Visualization • Linear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97680"/>
            <a:ext cx="6126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Submitted to</a:t>
            </a:r>
          </a:p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NEXT GEN SOFTWARE HUB PVT.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DAE4F0"/>
                </a:solidFill>
                <a:latin typeface="Aptos"/>
              </a:defRPr>
            </a:pPr>
            <a:r>
              <a:t>Submitted by: Aduvalli Srinivas Iswarya</a:t>
            </a:r>
          </a:p>
          <a:p>
            <a:pPr>
              <a:spcAft>
                <a:spcPts val="700"/>
              </a:spcAft>
              <a:defRPr sz="1400" b="0">
                <a:solidFill>
                  <a:srgbClr val="DAE4F0"/>
                </a:solidFill>
                <a:latin typeface="Aptos"/>
              </a:defRPr>
            </a:pPr>
            <a:r>
              <a:t>B.Tech — Data Science | SRK Institute of Technology</a:t>
            </a:r>
          </a:p>
          <a:p>
            <a:pPr>
              <a:spcAft>
                <a:spcPts val="700"/>
              </a:spcAft>
              <a:defRPr sz="1400" b="0">
                <a:solidFill>
                  <a:srgbClr val="DAE4F0"/>
                </a:solidFill>
                <a:latin typeface="Aptos"/>
              </a:defRPr>
            </a:pPr>
            <a:r>
              <a:t>Internship: 7 October 2026 – 4 November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FAB2B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55B"/>
                </a:solidFill>
                <a:latin typeface="Aptos"/>
              </a:defRPr>
            </a:pPr>
            <a:r>
              <a:t>Internship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41832"/>
            <a:ext cx="1234440" cy="64008"/>
          </a:xfrm>
          <a:prstGeom prst="rect">
            <a:avLst/>
          </a:prstGeom>
          <a:solidFill>
            <a:srgbClr val="EFA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563A0"/>
                </a:solidFill>
                <a:latin typeface="Aptos"/>
              </a:defRPr>
            </a:pPr>
            <a:r>
              <a:t>Learning goals covered in the practical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Practise Python variables, conditions, loops, functions, lists, and dictionaries.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Manipulate data with Pandas and perform numerical operations with NumPy.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Inspect datasets, handle missing values, and create visualizations.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Train and evaluate an introductory Linear Regression model.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Document the workflow, results, and limitations.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563A0"/>
                </a:solidFill>
                <a:latin typeface="Aptos"/>
              </a:defRPr>
            </a:pPr>
            <a:r>
              <a:t>NEXT GEN SOFTWARE HUB PVT. LTD.  |  INTERNSHIP PRESENTATION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55B"/>
                </a:solidFill>
                <a:latin typeface="Aptos"/>
              </a:defRPr>
            </a:pPr>
            <a:r>
              <a:t>Tools &amp;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41832"/>
            <a:ext cx="1234440" cy="64008"/>
          </a:xfrm>
          <a:prstGeom prst="rect">
            <a:avLst/>
          </a:prstGeom>
          <a:solidFill>
            <a:srgbClr val="EFA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563A0"/>
                </a:solidFill>
                <a:latin typeface="Aptos"/>
              </a:defRPr>
            </a:pPr>
            <a:r>
              <a:t>Libraries and environments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Python — programming.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Jupyter Notebook / Google Colab — interactive code execution.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Pandas and NumPy — data manipulation and numerical calculations.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Matplotlib and Seaborn — charts and correlation heatmap.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Scikit-learn — model training, prediction, and evaluation.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563A0"/>
                </a:solidFill>
                <a:latin typeface="Aptos"/>
              </a:defRPr>
            </a:pPr>
            <a:r>
              <a:t>NEXT GEN SOFTWARE HUB PVT. LTD.  |  INTERNSHIP PRESENTATION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55B"/>
                </a:solidFill>
                <a:latin typeface="Aptos"/>
              </a:defRPr>
            </a:pPr>
            <a:r>
              <a:t>Task 1 — Python Basics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41832"/>
            <a:ext cx="1234440" cy="64008"/>
          </a:xfrm>
          <a:prstGeom prst="rect">
            <a:avLst/>
          </a:prstGeom>
          <a:solidFill>
            <a:srgbClr val="EFA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563A0"/>
                </a:solidFill>
                <a:latin typeface="Aptos"/>
              </a:defRPr>
            </a:pPr>
            <a:r>
              <a:t>Core syntax, program flow, and data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Used variables and introductory print statements.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Applied if / elif / else to grade marks: 85 → Grade A.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Used a for loop to print numbers 1 through 5.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Created an addition function: add(10, 20) → 30.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Calculated the average of [85, 90, 78, 92] → 86.25.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Created and accessed a dictionary containing example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563A0"/>
                </a:solidFill>
                <a:latin typeface="Aptos"/>
              </a:defRPr>
            </a:pPr>
            <a:r>
              <a:t>NEXT GEN SOFTWARE HUB PVT. LTD.  |  INTERNSHIP PRESENTATION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55B"/>
                </a:solidFill>
                <a:latin typeface="Aptos"/>
              </a:defRPr>
            </a:pPr>
            <a:r>
              <a:t>Task 2 — Pandas &amp; NumPy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41832"/>
            <a:ext cx="1234440" cy="64008"/>
          </a:xfrm>
          <a:prstGeom prst="rect">
            <a:avLst/>
          </a:prstGeom>
          <a:solidFill>
            <a:srgbClr val="EFA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563A0"/>
                </a:solidFill>
                <a:latin typeface="Aptos"/>
              </a:defRPr>
            </a:pPr>
            <a:r>
              <a:t>Data manipulation using a six-record student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Created a DataFrame and saved/loaded CSV and Excel files.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Filtered records with marks above 85 and sorted by marks.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Grouped data to calculate average marks by department.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NumPy mean: 83.83; maximum: 95; minimum: 67.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Department averages: CSE 80.50, DS 91.67, ECE 67.00.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Standard deviation: 9.62.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563A0"/>
                </a:solidFill>
                <a:latin typeface="Aptos"/>
              </a:defRPr>
            </a:pPr>
            <a:r>
              <a:t>NEXT GEN SOFTWARE HUB PVT. LTD.  |  INTERNSHIP PRESENTATION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55B"/>
                </a:solidFill>
                <a:latin typeface="Aptos"/>
              </a:defRPr>
            </a:pPr>
            <a:r>
              <a:t>Task 3 — EDA &amp; Visualization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41832"/>
            <a:ext cx="1234440" cy="64008"/>
          </a:xfrm>
          <a:prstGeom prst="rect">
            <a:avLst/>
          </a:prstGeom>
          <a:solidFill>
            <a:srgbClr val="EFA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563A0"/>
                </a:solidFill>
                <a:latin typeface="Aptos"/>
              </a:defRPr>
            </a:pPr>
            <a:r>
              <a:t>Exploring patterns and preparing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Inspected a dataset with eight records and five columns.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Found one missing value each in Study_Hours, Marks, and Attendance.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Used median imputation to fill missing numeric values.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Created charts for average marks by department and marks distribution.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Explored study hours versus marks and generated a correlation heatmap.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Observed positive correlations in this small educational example.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563A0"/>
                </a:solidFill>
                <a:latin typeface="Aptos"/>
              </a:defRPr>
            </a:pPr>
            <a:r>
              <a:t>NEXT GEN SOFTWARE HUB PVT. LTD.  |  INTERNSHIP PRESENTATION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55B"/>
                </a:solidFill>
                <a:latin typeface="Aptos"/>
              </a:defRPr>
            </a:pPr>
            <a:r>
              <a:t>EDA Findings — 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41832"/>
            <a:ext cx="1234440" cy="64008"/>
          </a:xfrm>
          <a:prstGeom prst="rect">
            <a:avLst/>
          </a:prstGeom>
          <a:solidFill>
            <a:srgbClr val="EFA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563A0"/>
                </a:solidFill>
                <a:latin typeface="Aptos"/>
              </a:defRPr>
            </a:pPr>
            <a:r>
              <a:t>Correlation values reported in the internship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Study hours and marks: 0.824.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Study hours and attendance: 0.944.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Marks and attendance: 0.840.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Correlation does not prove causation.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These are small sample results and should not be generalized.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563A0"/>
                </a:solidFill>
                <a:latin typeface="Aptos"/>
              </a:defRPr>
            </a:pPr>
            <a:r>
              <a:t>NEXT GEN SOFTWARE HUB PVT. LTD.  |  INTERNSHIP PRESENTATION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55B"/>
                </a:solidFill>
                <a:latin typeface="Aptos"/>
              </a:defRPr>
            </a:pPr>
            <a:r>
              <a:t>Task 4 — Linear Regression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41832"/>
            <a:ext cx="1234440" cy="64008"/>
          </a:xfrm>
          <a:prstGeom prst="rect">
            <a:avLst/>
          </a:prstGeom>
          <a:solidFill>
            <a:srgbClr val="EFA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563A0"/>
                </a:solidFill>
                <a:latin typeface="Aptos"/>
              </a:defRPr>
            </a:pPr>
            <a:r>
              <a:t>Predicting marks from study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Dataset: 20 observations; feature = Study_Hours, target = Marks.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80/20 split: 16 training records and 4 test records (random_state=42).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Trained a Scikit-learn LinearRegression model and generated predictions.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MAE: 0.35 | MSE: 0.12 | RMSE: 0.35 | R²: 0.9995.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Slope: 4.9673 | Intercept: 30.4182.</a:t>
            </a:r>
          </a:p>
          <a:p>
            <a:pPr>
              <a:spcAft>
                <a:spcPts val="14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The high R² reflects a small constructed dataset with a near-linear relationship.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563A0"/>
                </a:solidFill>
                <a:latin typeface="Aptos"/>
              </a:defRPr>
            </a:pPr>
            <a:r>
              <a:t>NEXT GEN SOFTWARE HUB PVT. LTD.  |  INTERNSHIP PRESENTATION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55B"/>
                </a:solidFill>
                <a:latin typeface="Aptos"/>
              </a:defRPr>
            </a:pPr>
            <a:r>
              <a:t>Results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41832"/>
            <a:ext cx="1234440" cy="64008"/>
          </a:xfrm>
          <a:prstGeom prst="rect">
            <a:avLst/>
          </a:prstGeom>
          <a:solidFill>
            <a:srgbClr val="EFA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563A0"/>
                </a:solidFill>
                <a:latin typeface="Aptos"/>
              </a:defRPr>
            </a:pPr>
            <a:r>
              <a:t>What the practicals demonstrate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Completed a basic workflow from Python programming to data preparation and analysis.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Practised summarizing data, handling missing values, and visualizing patterns.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Built and evaluated an introductory supervised learning model.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Results are based on small educational datasets and are illustrative only.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Model metrics do not establish real-world predictive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563A0"/>
                </a:solidFill>
                <a:latin typeface="Aptos"/>
              </a:defRPr>
            </a:pPr>
            <a:r>
              <a:t>NEXT GEN SOFTWARE HUB PVT. LTD.  |  INTERNSHIP PRESENTATION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8355B"/>
                </a:solidFill>
                <a:latin typeface="Aptos"/>
              </a:defRPr>
            </a:pPr>
            <a:r>
              <a:t>Skills &amp; 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41832"/>
            <a:ext cx="1234440" cy="64008"/>
          </a:xfrm>
          <a:prstGeom prst="rect">
            <a:avLst/>
          </a:prstGeom>
          <a:solidFill>
            <a:srgbClr val="EFA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563A0"/>
                </a:solidFill>
                <a:latin typeface="Aptos"/>
              </a:defRPr>
            </a:pPr>
            <a:r>
              <a:t>Key takeaways from the internship practicals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Python programming and basic data structures.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Data manipulation with Pandas and numerical calculations with NumPy.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Exploratory Data Analysis, missing-value treatment, and visualizations.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Linear Regression model training, prediction, and evaluation.</a:t>
            </a:r>
          </a:p>
          <a:p>
            <a:pPr>
              <a:spcAft>
                <a:spcPts val="14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•  Technical documentation and communicating findings responsibly.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2563A0"/>
                </a:solidFill>
                <a:latin typeface="Aptos"/>
              </a:defRPr>
            </a:pPr>
            <a:r>
              <a:t>NEXT GEN SOFTWARE HUB PVT. LTD.  |  INTERNSHIP PRESENTATION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FAB2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From data to insight.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200" b="0">
                <a:solidFill>
                  <a:srgbClr val="DEE7F2"/>
                </a:solidFill>
                <a:latin typeface="Aptos"/>
              </a:defRPr>
            </a:pPr>
            <a:r>
              <a:t>The four practicals introduced a foundational workflow across Python, data preparation, EDA, visualization, and introductory machine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00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EFAB2B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5778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Aduvalli Srinivas Iswarya • B.Tech Data Science</a:t>
            </a:r>
          </a:p>
          <a:p>
            <a:pPr>
              <a:spcAft>
                <a:spcPts val="7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SRK Institute of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EFAB2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